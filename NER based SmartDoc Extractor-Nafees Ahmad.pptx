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6DA9-E852-4083-0015-64DAFC0B2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1EDE1-B6EF-B5DF-58A0-8C95E2A4D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7F524-794E-AB0C-CF1C-EC11D6ED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B86C-AEEB-C3F8-E6CE-3D647225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AC6F5-EACA-0DCD-2565-8F5E6FA2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1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21D6-2268-B2D3-BD13-FEEA9EE9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775B7-AEDA-DC15-1A61-A70674EA5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5AF8-CDC5-C2C4-9AEA-75AEA1D7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47C50-CD13-CF3A-C3A7-45217B34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A636-A184-A76A-A766-C91EC9D1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FB1A-BC08-82C2-7E00-72AA8760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92C1E-66D9-0CEB-2382-2EDD131A2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4071-3EC8-D805-A58F-020C0167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8775D-3AE3-62BF-79E9-3362CBAA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6253C-D0B0-83E1-688B-AF4D9410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6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5B1B-B22A-8BCB-719B-63820BB1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DE64-933C-8ABE-DEE4-EFBD1055A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B6577-C179-CE9E-AF0F-5E8A8CC0D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31E17-88A5-F26F-FCFA-C568F725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5EC42-EB73-C995-A30E-C1C1DF0E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A49C-3264-859A-5109-6C392EAD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2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40DE-CFF3-8D69-F629-E9344C25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A8002-E80E-10A2-0272-C3A994DB0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A8D07-B942-381A-669F-1FC9483D6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D977D-A537-CE39-0C96-D97892141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96D54-C133-9492-715D-7B27BC4250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A8136-C94D-5B7D-2A1E-B72C0477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BDAFC-5D11-6310-B9C5-313CD3F1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2B72D-6F0E-7C95-D853-7BE26AB0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E587-D57C-09B0-BD45-5822237F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2CAAD-5C9D-EB45-46AA-7C48F1EA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24DAF-35F3-47B5-F38B-A70F591A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B809C-E333-6051-B236-5A7B8BC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2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27689-246D-8A08-9657-188EE0B8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7373D-AFAA-DC46-DCAE-C919C776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69BC-58B6-1172-637E-4AF39EA5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9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8B235-547C-6C71-14E2-38F2DDF3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757CF-BECC-497C-D891-C0B23A61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FFC8F-037F-CD8E-0B20-2B2770BF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DF6C4-2591-120F-CAEA-0BDA1FA9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6BAD6-D3C6-A61F-1588-8DE4B42A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20776-C4B5-71D5-A252-F70B2497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3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68EE-BAB2-5F15-33F1-20F17E762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EC64B-E4A1-D3ED-9046-ADD7AD262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5DA7C-0181-36B4-F318-223D1A9B2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4120A-1A11-A4AC-1C40-731497CC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57C2B-B7AF-B91F-8A96-97F3D355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06C78-4A62-DEB5-3D38-CD115C39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0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8D20-74E4-87AD-9C5E-1411060D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5A17B-DDDA-2CC6-AC59-09EFFFAB5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A59AF-B374-85B6-8363-F0F65009B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3EA4A-5BDE-8D64-6D91-110A4B67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D1045-A9A9-2632-1A42-E71D15BE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D24281-1007-7E78-C255-7BE901509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5827D-2FC9-CB68-C416-CB37485DB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0DD43-2682-4ED5-169E-7C0EC034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DE866-806A-DF41-2141-9B11A964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052C0-370A-C686-4322-8C3FE25C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0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C96EF-D6A7-FA26-DDF9-25EB09D3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E0CBD-A52B-0952-6AD0-3D73BC200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DA2E6-5754-DB9F-8045-D23B02194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1ACED-2B62-43D9-A5B3-A217D1ACE03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5EC29-7622-BF30-6FC9-A596493F2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C8976-73DD-4B75-6570-48ACEEAF5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A3088-4DD2-4A44-A163-5C8FDDB66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1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nafees369/N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ACB2-B716-21F5-EF2D-DDB2C4173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611" y="1579563"/>
            <a:ext cx="7236941" cy="2387600"/>
          </a:xfrm>
        </p:spPr>
        <p:txBody>
          <a:bodyPr>
            <a:normAutofit fontScale="90000"/>
          </a:bodyPr>
          <a:lstStyle/>
          <a:p>
            <a:r>
              <a:rPr lang="en-US" sz="60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SmartDoc</a:t>
            </a:r>
            <a:r>
              <a:rPr lang="en-US" sz="6000" dirty="0">
                <a:solidFill>
                  <a:schemeClr val="tx2">
                    <a:lumMod val="50000"/>
                    <a:lumOff val="50000"/>
                  </a:schemeClr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Extractor: Named-Entity Recognition</a:t>
            </a:r>
            <a:br>
              <a:rPr lang="en-US" sz="60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BD326-2B2C-8EE8-0A1D-F4785B3C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51" y="3281363"/>
            <a:ext cx="8010838" cy="2219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E3006-F0D4-3121-2361-424A55F956CA}"/>
              </a:ext>
            </a:extLst>
          </p:cNvPr>
          <p:cNvSpPr txBox="1"/>
          <p:nvPr/>
        </p:nvSpPr>
        <p:spPr>
          <a:xfrm>
            <a:off x="889000" y="5668963"/>
            <a:ext cx="551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 link: </a:t>
            </a:r>
            <a:r>
              <a:rPr lang="en-US" dirty="0">
                <a:hlinkClick r:id="rId3"/>
              </a:rPr>
              <a:t>https://huggingface.co/spaces/nafees369/NER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6246EA-A0CD-3BC9-D7AC-C747F59D9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592" y="689164"/>
            <a:ext cx="3390901" cy="259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4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8C5A-D6D9-C7E8-6C54-89E0DF46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Problem Statement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CA47E02-EE59-B137-FBE3-E272FDEC5013}"/>
              </a:ext>
            </a:extLst>
          </p:cNvPr>
          <p:cNvSpPr/>
          <p:nvPr/>
        </p:nvSpPr>
        <p:spPr>
          <a:xfrm>
            <a:off x="793790" y="7569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6F64C1D-A9B5-4A3C-7843-77513058EF80}"/>
              </a:ext>
            </a:extLst>
          </p:cNvPr>
          <p:cNvSpPr/>
          <p:nvPr/>
        </p:nvSpPr>
        <p:spPr>
          <a:xfrm>
            <a:off x="838200" y="150167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Extracting information from documents can be tedious and time-consuming. Manually identifying key entities, such as names, locations, and organizations, is a laborious task. Our goal is to develop an automated solution to streamline this process.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6314689-6ED1-93C5-FCE1-DE911A7391D2}"/>
              </a:ext>
            </a:extLst>
          </p:cNvPr>
          <p:cNvSpPr/>
          <p:nvPr/>
        </p:nvSpPr>
        <p:spPr>
          <a:xfrm>
            <a:off x="786170" y="3214368"/>
            <a:ext cx="3664863" cy="1751332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300322C-551D-C34D-263B-63B447AD7611}"/>
              </a:ext>
            </a:extLst>
          </p:cNvPr>
          <p:cNvSpPr/>
          <p:nvPr/>
        </p:nvSpPr>
        <p:spPr>
          <a:xfrm>
            <a:off x="1028224" y="3468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Efficiency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E38E31-28EE-3AF7-A0D3-F46B316BF951}"/>
              </a:ext>
            </a:extLst>
          </p:cNvPr>
          <p:cNvSpPr/>
          <p:nvPr/>
        </p:nvSpPr>
        <p:spPr>
          <a:xfrm>
            <a:off x="1028224" y="400144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Reduce manual effort and save time.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92184C7-723B-559E-BAE1-A07E76F292FB}"/>
              </a:ext>
            </a:extLst>
          </p:cNvPr>
          <p:cNvSpPr/>
          <p:nvPr/>
        </p:nvSpPr>
        <p:spPr>
          <a:xfrm>
            <a:off x="4685348" y="3197953"/>
            <a:ext cx="3664863" cy="1767747"/>
          </a:xfrm>
          <a:prstGeom prst="roundRect">
            <a:avLst>
              <a:gd name="adj" fmla="val 46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B44A723-64B4-35B1-2649-F668FF487699}"/>
              </a:ext>
            </a:extLst>
          </p:cNvPr>
          <p:cNvSpPr/>
          <p:nvPr/>
        </p:nvSpPr>
        <p:spPr>
          <a:xfrm>
            <a:off x="4919901" y="35009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Accuracy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B32F5C7-5559-52B4-73BE-26F2E5962CE7}"/>
              </a:ext>
            </a:extLst>
          </p:cNvPr>
          <p:cNvSpPr/>
          <p:nvPr/>
        </p:nvSpPr>
        <p:spPr>
          <a:xfrm>
            <a:off x="4919901" y="403580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Minimize errors and ensure reliable information extraction.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88703AF-A584-CDF4-E047-074CB0569399}"/>
              </a:ext>
            </a:extLst>
          </p:cNvPr>
          <p:cNvSpPr/>
          <p:nvPr/>
        </p:nvSpPr>
        <p:spPr>
          <a:xfrm>
            <a:off x="907137" y="5210367"/>
            <a:ext cx="7556421" cy="1070491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56072A2-AB87-A9C4-41CA-91C970ABC5A9}"/>
              </a:ext>
            </a:extLst>
          </p:cNvPr>
          <p:cNvSpPr/>
          <p:nvPr/>
        </p:nvSpPr>
        <p:spPr>
          <a:xfrm>
            <a:off x="1208603" y="5337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Scalability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F84698D-AA8A-DDF4-48E8-69CF5E74B2B2}"/>
              </a:ext>
            </a:extLst>
          </p:cNvPr>
          <p:cNvSpPr/>
          <p:nvPr/>
        </p:nvSpPr>
        <p:spPr>
          <a:xfrm>
            <a:off x="1208603" y="576357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Handle large volumes of documents and adapt to evolving needs.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2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03C1DEDA-3C73-6E32-5699-93AC0431F23B}"/>
              </a:ext>
            </a:extLst>
          </p:cNvPr>
          <p:cNvSpPr/>
          <p:nvPr/>
        </p:nvSpPr>
        <p:spPr>
          <a:xfrm>
            <a:off x="599480" y="471011"/>
            <a:ext cx="5379720" cy="53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Approach and Architecture</a:t>
            </a:r>
            <a:endParaRPr lang="en-US" sz="335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AF1F775-80B4-43C2-D22C-D475217B4270}"/>
              </a:ext>
            </a:extLst>
          </p:cNvPr>
          <p:cNvSpPr/>
          <p:nvPr/>
        </p:nvSpPr>
        <p:spPr>
          <a:xfrm>
            <a:off x="500626" y="985466"/>
            <a:ext cx="7945041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Our approach leverages the power of deep learning and Hugging Face's Transformers library. We employ a state-of-the-art Named-Entity Recognition (NER) model to identify and classify entities within text.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C46E476F-3AB3-5144-AB99-1F5D7F14A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9" y="1636657"/>
            <a:ext cx="856417" cy="1370290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4EF6A965-0BA3-9BC7-F3C9-7F95BAF4E880}"/>
              </a:ext>
            </a:extLst>
          </p:cNvPr>
          <p:cNvSpPr/>
          <p:nvPr/>
        </p:nvSpPr>
        <p:spPr>
          <a:xfrm>
            <a:off x="1712833" y="1792201"/>
            <a:ext cx="214110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Preprocessing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EDF15EDF-6F50-6D43-2A35-CE2FF9CF8095}"/>
              </a:ext>
            </a:extLst>
          </p:cNvPr>
          <p:cNvSpPr/>
          <p:nvPr/>
        </p:nvSpPr>
        <p:spPr>
          <a:xfrm>
            <a:off x="1712833" y="2162485"/>
            <a:ext cx="4599067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Clean and format the input document, tokenizing and converting the text into a format suitable for the model.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07A21A78-091E-ABE2-0B52-3C5214F53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76" y="2867523"/>
            <a:ext cx="856417" cy="1370290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9796982A-521A-6846-021E-9C2258CC85F5}"/>
              </a:ext>
            </a:extLst>
          </p:cNvPr>
          <p:cNvSpPr/>
          <p:nvPr/>
        </p:nvSpPr>
        <p:spPr>
          <a:xfrm>
            <a:off x="1712833" y="2991219"/>
            <a:ext cx="214110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Model Training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FEC0A495-EB5F-71F0-EE4A-EE9E837618DC}"/>
              </a:ext>
            </a:extLst>
          </p:cNvPr>
          <p:cNvSpPr/>
          <p:nvPr/>
        </p:nvSpPr>
        <p:spPr>
          <a:xfrm>
            <a:off x="1712833" y="3439572"/>
            <a:ext cx="4599068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Train a BERT-based NER model using a labeled dataset of documents and their corresponding entities.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88818E53-E2A5-1C56-CCA9-640BDEE1F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76" y="4141679"/>
            <a:ext cx="856417" cy="1370290"/>
          </a:xfrm>
          <a:prstGeom prst="rect">
            <a:avLst/>
          </a:prstGeom>
        </p:spPr>
      </p:pic>
      <p:sp>
        <p:nvSpPr>
          <p:cNvPr id="26" name="Text 6">
            <a:extLst>
              <a:ext uri="{FF2B5EF4-FFF2-40B4-BE49-F238E27FC236}">
                <a16:creationId xmlns:a16="http://schemas.microsoft.com/office/drawing/2014/main" id="{3639DFB9-7F05-7976-2C72-582019EEF635}"/>
              </a:ext>
            </a:extLst>
          </p:cNvPr>
          <p:cNvSpPr/>
          <p:nvPr/>
        </p:nvSpPr>
        <p:spPr>
          <a:xfrm>
            <a:off x="1712833" y="4221193"/>
            <a:ext cx="214110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Entity Recognition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8CBDEEBF-79FD-613B-6811-761AD5AD14EE}"/>
              </a:ext>
            </a:extLst>
          </p:cNvPr>
          <p:cNvSpPr/>
          <p:nvPr/>
        </p:nvSpPr>
        <p:spPr>
          <a:xfrm>
            <a:off x="1712832" y="4814756"/>
            <a:ext cx="4916567" cy="3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Apply the trained model to new documents to predict and extract entities.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B5C89569-D197-5B16-1172-917903D13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76" y="5413875"/>
            <a:ext cx="856417" cy="1370290"/>
          </a:xfrm>
          <a:prstGeom prst="rect">
            <a:avLst/>
          </a:prstGeom>
        </p:spPr>
      </p:pic>
      <p:sp>
        <p:nvSpPr>
          <p:cNvPr id="29" name="Text 8">
            <a:extLst>
              <a:ext uri="{FF2B5EF4-FFF2-40B4-BE49-F238E27FC236}">
                <a16:creationId xmlns:a16="http://schemas.microsoft.com/office/drawing/2014/main" id="{DD786BF5-8B48-F9D8-B56E-9DA6DFD1149E}"/>
              </a:ext>
            </a:extLst>
          </p:cNvPr>
          <p:cNvSpPr/>
          <p:nvPr/>
        </p:nvSpPr>
        <p:spPr>
          <a:xfrm>
            <a:off x="1712833" y="5481400"/>
            <a:ext cx="214110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04155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Post-processing</a:t>
            </a:r>
            <a:endParaRPr lang="en-US" sz="1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BB109D43-730D-A386-C982-9187A505B830}"/>
              </a:ext>
            </a:extLst>
          </p:cNvPr>
          <p:cNvSpPr/>
          <p:nvPr/>
        </p:nvSpPr>
        <p:spPr>
          <a:xfrm>
            <a:off x="1712832" y="5915860"/>
            <a:ext cx="683168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Refine the extracted entities and present them in a structured format.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 descr="A diagram of a document&#10;&#10;Description automatically generated">
            <a:extLst>
              <a:ext uri="{FF2B5EF4-FFF2-40B4-BE49-F238E27FC236}">
                <a16:creationId xmlns:a16="http://schemas.microsoft.com/office/drawing/2014/main" id="{13305DE5-A7DA-9ED2-E568-CC3D3FC32F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68" y="1624804"/>
            <a:ext cx="5105400" cy="31780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613888-1340-F607-B0BF-34FC1083933F}"/>
              </a:ext>
            </a:extLst>
          </p:cNvPr>
          <p:cNvSpPr txBox="1"/>
          <p:nvPr/>
        </p:nvSpPr>
        <p:spPr>
          <a:xfrm>
            <a:off x="7594600" y="473483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 to: ResearchGate</a:t>
            </a:r>
          </a:p>
        </p:txBody>
      </p:sp>
    </p:spTree>
    <p:extLst>
      <p:ext uri="{BB962C8B-B14F-4D97-AF65-F5344CB8AC3E}">
        <p14:creationId xmlns:p14="http://schemas.microsoft.com/office/powerpoint/2010/main" val="14305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4F8F34BE-8244-1F72-0C7B-E847C34B5E25}"/>
              </a:ext>
            </a:extLst>
          </p:cNvPr>
          <p:cNvSpPr/>
          <p:nvPr/>
        </p:nvSpPr>
        <p:spPr>
          <a:xfrm>
            <a:off x="654090" y="3618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chemeClr val="tx2">
                    <a:lumMod val="50000"/>
                    <a:lumOff val="50000"/>
                  </a:schemeClr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Challenges</a:t>
            </a:r>
            <a:endParaRPr lang="en-US" sz="44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3804FF6-6E0A-BE05-E2DA-0460943DE7CA}"/>
              </a:ext>
            </a:extLst>
          </p:cNvPr>
          <p:cNvSpPr/>
          <p:nvPr/>
        </p:nvSpPr>
        <p:spPr>
          <a:xfrm>
            <a:off x="476291" y="1334572"/>
            <a:ext cx="90360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Building a robust and accurate NER system presents several challenges. </a:t>
            </a:r>
            <a:endParaRPr lang="en-US" sz="175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4DFCD10A-0B1B-C407-804C-021BB01E868F}"/>
              </a:ext>
            </a:extLst>
          </p:cNvPr>
          <p:cNvSpPr/>
          <p:nvPr/>
        </p:nvSpPr>
        <p:spPr>
          <a:xfrm>
            <a:off x="1110398" y="19823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78A296BF-529C-07D4-63F5-2F2E7B08CAEE}"/>
              </a:ext>
            </a:extLst>
          </p:cNvPr>
          <p:cNvSpPr/>
          <p:nvPr/>
        </p:nvSpPr>
        <p:spPr>
          <a:xfrm>
            <a:off x="1330198" y="2098477"/>
            <a:ext cx="1004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65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285C6A4C-CF5B-115C-7CE0-ADB85B54A965}"/>
              </a:ext>
            </a:extLst>
          </p:cNvPr>
          <p:cNvSpPr/>
          <p:nvPr/>
        </p:nvSpPr>
        <p:spPr>
          <a:xfrm>
            <a:off x="2254806" y="2060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577ED9E-9569-58F8-F859-BE9114803B96}"/>
              </a:ext>
            </a:extLst>
          </p:cNvPr>
          <p:cNvSpPr/>
          <p:nvPr/>
        </p:nvSpPr>
        <p:spPr>
          <a:xfrm>
            <a:off x="2254805" y="2451853"/>
            <a:ext cx="70669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Maintaining accurate and consistent labeling of training data is crucial.</a:t>
            </a:r>
            <a:endParaRPr lang="en-US" sz="175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1640EA1-D07A-7E33-6F42-4BCB197ABAC8}"/>
              </a:ext>
            </a:extLst>
          </p:cNvPr>
          <p:cNvSpPr/>
          <p:nvPr/>
        </p:nvSpPr>
        <p:spPr>
          <a:xfrm>
            <a:off x="2254804" y="31405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Complexity</a:t>
            </a:r>
            <a:endParaRPr lang="en-US" sz="220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55F932B4-567B-35B6-E37E-7A79D2C577DC}"/>
              </a:ext>
            </a:extLst>
          </p:cNvPr>
          <p:cNvSpPr/>
          <p:nvPr/>
        </p:nvSpPr>
        <p:spPr>
          <a:xfrm>
            <a:off x="2254804" y="3684866"/>
            <a:ext cx="7066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Balancing model complexity and computational resources is essential.</a:t>
            </a:r>
            <a:endParaRPr lang="en-US" sz="175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3099121-53FB-60FD-56DF-0E8D1C14519A}"/>
              </a:ext>
            </a:extLst>
          </p:cNvPr>
          <p:cNvSpPr/>
          <p:nvPr/>
        </p:nvSpPr>
        <p:spPr>
          <a:xfrm>
            <a:off x="2254804" y="4397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Entity Ambiguity</a:t>
            </a:r>
            <a:endParaRPr lang="en-US" sz="22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A3317C4D-5A86-7527-21B0-D1094FC48F71}"/>
              </a:ext>
            </a:extLst>
          </p:cNvPr>
          <p:cNvSpPr/>
          <p:nvPr/>
        </p:nvSpPr>
        <p:spPr>
          <a:xfrm>
            <a:off x="2254803" y="4942166"/>
            <a:ext cx="70669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Handling entities with multiple meanings or overlapping categories.</a:t>
            </a:r>
            <a:endParaRPr lang="en-US" sz="175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C3D89170-D07D-FDA2-D636-E3631845C168}"/>
              </a:ext>
            </a:extLst>
          </p:cNvPr>
          <p:cNvSpPr/>
          <p:nvPr/>
        </p:nvSpPr>
        <p:spPr>
          <a:xfrm>
            <a:off x="1168689" y="31465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37D83F63-205C-2C5D-B383-C5C93A1327F5}"/>
              </a:ext>
            </a:extLst>
          </p:cNvPr>
          <p:cNvSpPr/>
          <p:nvPr/>
        </p:nvSpPr>
        <p:spPr>
          <a:xfrm>
            <a:off x="1175536" y="43403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D2C88EEE-F756-623D-47BB-6C03509D326E}"/>
              </a:ext>
            </a:extLst>
          </p:cNvPr>
          <p:cNvSpPr/>
          <p:nvPr/>
        </p:nvSpPr>
        <p:spPr>
          <a:xfrm>
            <a:off x="1335139" y="4432339"/>
            <a:ext cx="19109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65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9F9B3018-E4F0-9825-02EF-015584D1F49A}"/>
              </a:ext>
            </a:extLst>
          </p:cNvPr>
          <p:cNvSpPr/>
          <p:nvPr/>
        </p:nvSpPr>
        <p:spPr>
          <a:xfrm>
            <a:off x="1325785" y="3258859"/>
            <a:ext cx="17740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111921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C5F50C93-AEB6-B47B-D5DD-6E3F739B11F9}"/>
              </a:ext>
            </a:extLst>
          </p:cNvPr>
          <p:cNvSpPr/>
          <p:nvPr/>
        </p:nvSpPr>
        <p:spPr>
          <a:xfrm>
            <a:off x="801410" y="4251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chemeClr val="tx2">
                    <a:lumMod val="50000"/>
                    <a:lumOff val="50000"/>
                  </a:schemeClr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720306AD-709E-B83D-9728-41418E42F7ED}"/>
              </a:ext>
            </a:extLst>
          </p:cNvPr>
          <p:cNvSpPr/>
          <p:nvPr/>
        </p:nvSpPr>
        <p:spPr>
          <a:xfrm>
            <a:off x="786171" y="1277599"/>
            <a:ext cx="76974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3ABFC088-3183-0744-C50A-FC351473C357}"/>
              </a:ext>
            </a:extLst>
          </p:cNvPr>
          <p:cNvSpPr/>
          <p:nvPr/>
        </p:nvSpPr>
        <p:spPr>
          <a:xfrm>
            <a:off x="786171" y="3133516"/>
            <a:ext cx="891662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44BF524-C392-44AD-374B-549748DE1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606527"/>
              </p:ext>
            </p:extLst>
          </p:nvPr>
        </p:nvGraphicFramePr>
        <p:xfrm>
          <a:off x="786171" y="1475467"/>
          <a:ext cx="8558490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79245">
                  <a:extLst>
                    <a:ext uri="{9D8B030D-6E8A-4147-A177-3AD203B41FA5}">
                      <a16:colId xmlns:a16="http://schemas.microsoft.com/office/drawing/2014/main" val="2542679968"/>
                    </a:ext>
                  </a:extLst>
                </a:gridCol>
                <a:gridCol w="4279245">
                  <a:extLst>
                    <a:ext uri="{9D8B030D-6E8A-4147-A177-3AD203B41FA5}">
                      <a16:colId xmlns:a16="http://schemas.microsoft.com/office/drawing/2014/main" val="1460168146"/>
                    </a:ext>
                  </a:extLst>
                </a:gridCol>
              </a:tblGrid>
              <a:tr h="303115">
                <a:tc>
                  <a:txBody>
                    <a:bodyPr/>
                    <a:lstStyle/>
                    <a:p>
                      <a:r>
                        <a:rPr lang="en-US" dirty="0"/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Entity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790441"/>
                  </a:ext>
                </a:extLst>
              </a:tr>
              <a:tr h="303115"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Efficiency and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75941"/>
                  </a:ext>
                </a:extLst>
              </a:tr>
              <a:tr h="303115">
                <a:tc>
                  <a:txBody>
                    <a:bodyPr/>
                    <a:lstStyle/>
                    <a:p>
                      <a:r>
                        <a:rPr lang="en-US" dirty="0"/>
                        <a:t>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Continued Development and refinement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504145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415552C2-871B-6AF6-E28A-5C2A4D65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7883"/>
            <a:ext cx="1219200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7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265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Corben</vt:lpstr>
      <vt:lpstr>Nobile</vt:lpstr>
      <vt:lpstr>Times New Roman</vt:lpstr>
      <vt:lpstr>Office Theme</vt:lpstr>
      <vt:lpstr>SmartDoc Extractor: Named-Entity Recognition </vt:lpstr>
      <vt:lpstr>Problem Statement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Nafees  Ahmad</dc:creator>
  <cp:lastModifiedBy>Nafees  Ahmad</cp:lastModifiedBy>
  <cp:revision>1</cp:revision>
  <dcterms:created xsi:type="dcterms:W3CDTF">2024-09-20T06:05:40Z</dcterms:created>
  <dcterms:modified xsi:type="dcterms:W3CDTF">2024-09-20T07:15:37Z</dcterms:modified>
</cp:coreProperties>
</file>